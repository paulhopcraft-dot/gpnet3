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D4AF37"/>
                </a:solidFill>
              </a:rPr>
              <a:t>How Self-Insurers Are Cutting</a:t>
            </a:r>
            <a:endParaRPr lang="en-US" sz="34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D4AF37"/>
                </a:solidFill>
              </a:rPr>
              <a:t>Claims Costs by 22% While</a:t>
            </a:r>
            <a:endParaRPr lang="en-US" sz="34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D4AF37"/>
                </a:solidFill>
              </a:rPr>
              <a:t>Eliminating Compliance Risk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The AI-Powered Claims Platform Built for Self-Insured Organizations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D4AF37"/>
                </a:solidFill>
              </a:rPr>
              <a:t>PREVENTLI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C3C"/>
                </a:solidFill>
              </a:rPr>
              <a:t>Self-Insurance Means Self-Responsibility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100%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of compliance risk sits on YOUR shoulders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$18K-$1.8M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WorkSafe penalties per breach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Every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missed certificate, late review, or documentation gap = liability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Your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reputation and license on the 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Without proper systems, you're </a:t>
            </a:r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one audit away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from serious consequences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Self-Insurer's Unique Burden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No Insurer Safety Net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You ARE the claims team - no backup, no excuses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License Renewal Scrutiny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WorkSafe audits your processes, not just outcomes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Complex Multi-Site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Workers across locations, inconsistent processes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Board &amp; Exec 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Leadership demands real-time risk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Your Current "System" Is a Ticking Time Bomb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Spreadsheets don't send compliance alerts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Email threads don't create audit trails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Manual tracking = human error = penalties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No predictive risk - you're always reacting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WorkSafe won't accept "we forgot" as an excuse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CCCCCC"/>
                </a:solidFill>
              </a:rPr>
              <a:t>INTRODUCING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D4AF37"/>
                </a:solidFill>
              </a:rPr>
              <a:t>PREVENTLI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AI-Powered Claims Intelligence Built for Self-Insurers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Compliance Confidence. Cost Control. Complete Visibility.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Automated Compliance That Never Sleeps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License Protection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73+ WorkSafe Rules Monitored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Every obligation tracked automatically - certificates, reviews, plans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 Compliance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See exactly where you stand across all cases, all sites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Predictive Alerts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Know about issues BEFORE they become breaches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Audit-Ready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Every action timestamped, attributed, and exportable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AI That Works as Hard as Your Team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70% Time Savings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Instant Case Summaries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AI reads everything - certificates, notes, communications - synthesizes in 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Identifies deterioration, unsafe progressions, non-compliance before you 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RTW Plan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Evidence-based return-to-work plans tailored to each worker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Action Prioritization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Know exactly what needs attention today, tomorrow, this week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Board-Ready Reporting in Real-Time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Governance Ready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Portfolio Health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Total cases, compliance status, risk levels - one glance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Trend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Track claim duration, RTW rates, cost drivers over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Site-by-Site 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Identify which locations need attention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Exportable Reports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Board papers, audit submissions, management reviews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Numbers Self-Insurers Care About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500 Active Claims Scenario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Claims cost reduction (22%)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$396,000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Case manager efficiency (70%)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$175,000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Compliance breach prevention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$96,000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Dispute avoidance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$75,000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TOTAL ANNUAL BENEFIT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$742,000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Your Investment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-$90,000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NET SAVINGS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$652,000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2286000" cy="18288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C71"/>
                </a:solidFill>
              </a:rPr>
              <a:t>724%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on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</a:rPr>
              <a:t>Protect What Matters Most: Your License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100%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Compliance visibility across all obligations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6576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7-Day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Advance warning on certificate expiries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6576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Zero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Missed deadlines with automated tracking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36576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Full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Audit trail for every decision and 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Sleep better knowing your self-insurance license is protected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Organizations Like Yours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174+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Active Cases Managed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99%+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Platform Uptime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73+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Compliance Rules Automated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150+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AI Summaries Generated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CC71"/>
                </a:solidFill>
              </a:rPr>
              <a:t>"Purpose-built for WorkSafe Victoria requirements"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Zero Risk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Dedicated implementation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Full data migration support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90-day pilot with your real cases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154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If you don't see </a:t>
            </a:r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measurable improvement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in compliance and efficiency,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we'll refund your pilot investment.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Simple.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Investment Options for Self-Insurers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24688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$5,000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100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005840"/>
            <a:ext cx="246888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097280"/>
            <a:ext cx="182880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GROWTH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$10,000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300 cases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4688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$18,000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600 cases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All plans include: Implementation support | Training | Dedicated success manager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C12"/>
                </a:solidFill>
              </a:rPr>
              <a:t>Why Self-Insurers Are Moving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WorkSafe audits are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increasing in frequency and rigor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License renewals require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demonstrable compliance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competitors are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already implementing AI solutions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day without proper tracking =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accumulated risk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self-insurance license is too valuable to risk with spreadsheets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</a:rPr>
              <a:t>Your Path to Compliance Confidence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Compliance Audit Call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We'll assess your current gaps and risks (30 min)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 Implementation Plan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Tailored to your organization and case volume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90-Day Pilot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Prove the value with your real cases and team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Deployment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Roll out across all sites with ongoing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Book Your Compliance Audit Today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</a:rPr>
              <a:t>Let's Protect Your License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Schedule your compliance audit call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selfinsure@preventli.com.au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01752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Every compliance gap = </a:t>
            </a:r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$18,000 - $1.8M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potential penalty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D4AF37"/>
                </a:solidFill>
              </a:rPr>
              <a:t>PREVENTLI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Preventli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- Self-Insurer Program</dc:title>
  <dc:subject>AI-Powered Claims Intelligence for Self-Insurers</dc:subject>
  <dc:creator>Preventli</dc:creator>
  <cp:lastModifiedBy>Preventli</cp:lastModifiedBy>
  <cp:revision>1</cp:revision>
  <dcterms:created xsi:type="dcterms:W3CDTF">2026-01-14T07:24:28Z</dcterms:created>
  <dcterms:modified xsi:type="dcterms:W3CDTF">2026-01-14T07:24:28Z</dcterms:modified>
</cp:coreProperties>
</file>