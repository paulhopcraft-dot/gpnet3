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D4AF37"/>
                </a:solidFill>
              </a:rPr>
              <a:t>How Insurance Partners Are Generating</a:t>
            </a:r>
            <a:endParaRPr lang="en-US" sz="32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D4AF37"/>
                </a:solidFill>
              </a:rPr>
              <a:t>$1.5M+ in New Annual Revenue</a:t>
            </a:r>
            <a:endParaRPr lang="en-US" sz="32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D4AF37"/>
                </a:solidFill>
              </a:rPr>
              <a:t>While Cutting Claims Costs by 15%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The AI-Powered Claims Platform That Pays For Itself 10x Over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D4AF37"/>
                </a:solidFill>
              </a:rPr>
              <a:t>PREVENTLI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Your Claims Portfolio Is Bleeding Money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$61 BILLION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lost annually to workplace injuries in Australia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70%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of case manager time wasted on admin (not helping workers)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47 weeks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average claim duration (should be 23)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1 in 4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claims escalate to disputes ($50K+ each)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69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Every day you wait costs you </a:t>
            </a:r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$1,880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per 1,000 cases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Bad Case Management Actually Costs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Per 1,000 active cases annually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/>
              <a:tblGrid>
                <a:gridCol w="50292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D0D0D"/>
                          </a:solidFill>
                        </a:rPr>
                        <a:t>Cost Category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D0D0D"/>
                          </a:solidFill>
                        </a:rPr>
                        <a:t>Annual Cost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Extended claim duration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$225,000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Compliance breaches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$96,000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Dispute escalations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$112,000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Administrative overhead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$255,000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TOTAL PREVENTABLE LOSSES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$688,000/year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Spreadsheets and Legacy Systems Won't Save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Generic case management = generic outcomes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No WorkSafe Victoria specialization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Reactive, not predictive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Zero AI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Manual compliance tracking = human error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CCCCCC"/>
                </a:solidFill>
              </a:rPr>
              <a:t>INTRODUCING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D4AF37"/>
                </a:solidFill>
              </a:rPr>
              <a:t>PREVENTLI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AI-Powered Claims Intelligence Built for WorkSafe Victoria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No Worker Lost in the System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The Complete Claims Intelligence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Value: $150,000/year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Case Summaries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Saves 2+ hours per case review with intelligent synthesis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Automated Compliance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73+ WorkSafe rules monitored 24/7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Predictive Risk Detection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Catch problems before they explode into costly disputes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Evidence-Ready Documentation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Dispute-proof audit trails generated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Plus Everything Your Team Needs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Value: $100,000/year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Intelligent Action Queue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Prioritized daily tasks - never miss a critical deadline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Medical Certificate Automation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Auto-parse, auto-track, auto-alert on expiry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RTW Planning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Evidence-based return-to-work plans that actually 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Multi-Stakeholder Dashboards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Employer, case manager, and supervisor views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And The Revenue Generator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Value: $200,000/year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White-Label Employer Licensing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Your brand, your pricing, your revenue 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Per-Case SaaS 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$50/case to employers - you keep the margin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Partner Analytics Portal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Portfolio-wide insights and performance metrics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Dedicated Success 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Your strategic partner in maximizing ROI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CCCCC"/>
                </a:solidFill>
              </a:rPr>
              <a:t>TOTAL VALUE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F37"/>
                </a:solidFill>
              </a:rPr>
              <a:t>$450,000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per year in platform value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201168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Claims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$150K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200400"/>
            <a:ext cx="201168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Team Tools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$100K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0" y="3200400"/>
            <a:ext cx="201168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Revenue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$200K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Math That Makes This Obvious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1,000 Active Cases Scenario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Claims duration reduction (15%)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143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$225,000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Admin efficiency gains (30%)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$255,000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Compliance breach reduction (80%)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$96,000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Dispute reduction (40%)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$112,000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54864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TOTAL ANNUAL SAVINGS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$688,000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Your Investment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-$180,000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4864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NET BENEFIT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$508,000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645920"/>
            <a:ext cx="2286000" cy="182880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C71"/>
                </a:solidFill>
              </a:rPr>
              <a:t>282%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Return on Investment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</a:rPr>
              <a:t>Turn Cost Center Into Profit Center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1,000 employer clients x $50/case x 5 cases avg =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$250,000 new annual revenue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5,000 employer clients x $50/case x 5 cases avg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$1.25M new annual revenue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Margin after licensing: </a:t>
            </a:r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50-60%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9C12"/>
                </a:solidFill>
              </a:rPr>
              <a:t>"Your competitors are already doing this"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From Early Partners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174+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Active Cases Managed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325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150+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AI Summaries Generated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99%+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Platform Uptime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97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</a:rPr>
              <a:t>7/7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Dashboard Features Passing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CC71"/>
                </a:solidFill>
              </a:rPr>
              <a:t>"Built and validated with real Australian claims data"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Zero Risk. Guaranteed.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90-day pilot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Full data migration support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Dedicated implementation team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154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If you don't see </a:t>
            </a:r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20% improvement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in case outcomes,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we'll refund your pilot fees.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100%.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F37"/>
                </a:solidFill>
              </a:rPr>
              <a:t>"We win when you win"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Investment Options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$2,500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50 cases included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274320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097280"/>
            <a:ext cx="146304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115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$7,500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200 cases included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20116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$15,000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500 cases included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005840"/>
            <a:ext cx="201168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AF37"/>
                </a:solidFill>
              </a:rPr>
              <a:t>UNLIMITED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Custom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pricing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Unlimited cases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"Most partners start Professional and upgrade within 6 months"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9C12"/>
                </a:solidFill>
              </a:rPr>
              <a:t>Why Now?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WorkSafe Victoria enforcement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increasing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AI adoption accelerating -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first-mover advantage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Only accepting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5 new insurance partners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this quarter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Your competitors are evaluating this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right now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question isn't IF you'll adopt AI claims management - it's whether you'll </a:t>
            </a:r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</a:rPr>
              <a:t>lead or follow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</a:rPr>
              <a:t>Your Path Forward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30-Minute Discovery Call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This week - understand your portfolio 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 ROI Analysis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Tailored projections for your specific portfolio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90-Day Pilot Program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Start with 100 cases - see results before committing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 Rollout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Scale with dedicated success team support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</a:rPr>
              <a:t>Book Your Discovery Call Today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F37"/>
                </a:solidFill>
              </a:rPr>
              <a:t>Let's Talk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Schedule a call or reach out directly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</a:rPr>
              <a:t>partners@preventli.com.au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3017520"/>
            <a:ext cx="54864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3017520"/>
            <a:ext cx="73152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Every week you wait = </a:t>
            </a:r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</a:rPr>
              <a:t>$13,000+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in preventable losses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500" kern="0" dirty="0">
                <a:solidFill>
                  <a:srgbClr val="D4AF37"/>
                </a:solidFill>
              </a:rPr>
              <a:t>PREVENTLI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Preventli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- Insurance Partner Program</dc:title>
  <dc:subject>AI-Powered Claims Intelligence Platform</dc:subject>
  <dc:creator>Preventli</dc:creator>
  <cp:lastModifiedBy>Preventli</cp:lastModifiedBy>
  <cp:revision>1</cp:revision>
  <dcterms:created xsi:type="dcterms:W3CDTF">2026-01-14T07:22:20Z</dcterms:created>
  <dcterms:modified xsi:type="dcterms:W3CDTF">2026-01-14T07:22:20Z</dcterms:modified>
</cp:coreProperties>
</file>