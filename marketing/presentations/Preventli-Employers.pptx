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D4AF37"/>
                </a:solidFill>
              </a:rPr>
              <a:t>Stop Losing $42,600/Year</a:t>
            </a:r>
            <a:endParaRPr lang="en-US" sz="38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D4AF37"/>
                </a:solidFill>
              </a:rPr>
              <a:t>to WorkCover Chaos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How Smart Employers Get Workers Back Faster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While Eliminating Compliance Headaches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D4AF37"/>
                </a:solidFill>
              </a:rPr>
              <a:t>PREVENTLI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WorkCover Is Eating Your Time and Money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$6,100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average cost per injured worker (before premiums)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8 hours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per week chasing certificates and paperwork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Penalties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up to $18,000 for missed compliance obligations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Longer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 claims = higher premiums for years to come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840480"/>
            <a:ext cx="73152" cy="8229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You're not a WorkCover expert. You shouldn't have to be.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Your WorkCover "System" Right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Spreadsheets you forget to update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Certificates buried in email somewhere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No idea what's due when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Always reacting, never ahead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</a:rPr>
              <a:t>X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Hoping the insurer handles it (they don't)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Sound familiar? </a:t>
            </a:r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</a:rPr>
              <a:t>You're not alone.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CCCCCC"/>
                </a:solidFill>
              </a:rPr>
              <a:t>INTRODUCING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D4AF37"/>
                </a:solidFill>
              </a:rPr>
              <a:t>PREVENTLI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Your AI-Powered WorkCover Assistant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73152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429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</a:rPr>
              <a:t>Never Miss a Deadline. Never Lose a Document.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Everything You Need. Nothing You Don't.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One Dashboard for Everything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All your injured workers, certificates, deadlines - one place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Automatic Certificate Tracking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Never chase a medical certificate again - we track expiries for you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Compliance Alerts Before Deadlines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7-day warnings so you're always ahead, never scrambling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Clear Action Lists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Know exactly what needs doing today, this week, this month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Plus AI That Does the Hard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Case Summaries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Get the full picture on any worker in seconds - no reading required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64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RTW Progress Tracking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See exactly where each worker is in their return-to-work journey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420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Alerts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We flag problems early so you can address them before they escalate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319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Communication History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Every email, note, and update - searchable and timestamped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Math Is Simple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50-Employee Company with 8 Active Cases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Time saved on admin (8hrs/wk x $50)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143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$20,800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Faster RTW = lower premium impact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$12,000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Avoided compliance penalties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$9,800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029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ANNUAL SAVINGS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$42,600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Preventli Investment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-$6,400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50292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NET BENEFIT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$36,200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2286000" cy="210312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CC71"/>
                </a:solidFill>
              </a:rPr>
              <a:t>666%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ROI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$533/mo gets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you $3,550/mo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How It Works (It's Simple)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 Connect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Link to your email and insurer portal - takes 30 minutes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 Organize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All your cases, certificates, and history - imported and organized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 Alert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Get notified before anything is due - never miss a deadline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 Summarize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AI gives you the full picture instantly - no reading required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for Employers Like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</a:rPr>
              <a:t>174+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Cases Being Managed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2344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</a:rPr>
              <a:t>8 hrs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Saved Per Week on Admin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</a:rPr>
              <a:t>99%+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Platform Uptime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365760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</a:rPr>
              <a:t>$0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Compliance Penalties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ECC71"/>
                </a:solidFill>
              </a:rPr>
              <a:t>"Finally, WorkCover management that doesn't require a degree"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C71"/>
                </a:solidFill>
              </a:rPr>
              <a:t>Try It Risk-Free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1031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30-day free trial with your real cases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Full onboarding support included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10312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Cancel anytime - no lock-in contracts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solidFill>
            <a:srgbClr val="0D2818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33832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If you're not saving time in </a:t>
            </a:r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30 days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, you pay nothing.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Simple Pricing. No Surprises.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246888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37"/>
                </a:solidFill>
              </a:rPr>
              <a:t>STARTER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$299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Up to 10 cases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Small employers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2468880" cy="2926080"/>
          </a:xfrm>
          <a:prstGeom prst="rect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0" y="1005840"/>
            <a:ext cx="182880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1024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37"/>
                </a:solidFill>
              </a:rPr>
              <a:t>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$499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5760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2880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Up to 25 cases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Growing businesses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914400"/>
            <a:ext cx="246888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3716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D4AF37"/>
                </a:solidFill>
              </a:rPr>
              <a:t>PROFESSIONAL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$799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/month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Up to 50 cases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Mid-size employers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All plans include: Dashboard | Alerts | AI Summaries | Support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9C12"/>
                </a:solidFill>
              </a:rPr>
              <a:t>Why Start Today?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Every week =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$800+ in lost admin time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Every missed deadline =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potential penalty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Longer claims =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higher premiums for 3 years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9C12"/>
                </a:solidFill>
              </a:rPr>
              <a:t>▶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Your workers deserve </a:t>
            </a:r>
            <a:pPr indent="0" marL="0">
              <a:buNone/>
            </a:pPr>
            <a:r>
              <a:rPr lang="en-US" sz="1700" b="1" dirty="0">
                <a:solidFill>
                  <a:srgbClr val="D4AF37"/>
                </a:solidFill>
              </a:rPr>
              <a:t>better support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best time to get organized was before your last claim. The second best time is now.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F37"/>
                </a:solidFill>
              </a:rPr>
              <a:t>Ready to Stop the Chaos?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Start your 30-day free trial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4572000" cy="7315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</a:rPr>
              <a:t>GET STARTED 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employers@preventli.com.au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840480"/>
            <a:ext cx="548640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840480"/>
            <a:ext cx="73152" cy="6400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No credit card required. Setup takes 30 minutes.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D4AF37"/>
                </a:solidFill>
              </a:rPr>
              <a:t>PREVENTLI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Preventli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- For Employers</dc:title>
  <dc:subject>PptxGenJS Presentation</dc:subject>
  <dc:creator>Preventli</dc:creator>
  <cp:lastModifiedBy>Preventli</cp:lastModifiedBy>
  <cp:revision>1</cp:revision>
  <dcterms:created xsi:type="dcterms:W3CDTF">2026-01-14T07:26:13Z</dcterms:created>
  <dcterms:modified xsi:type="dcterms:W3CDTF">2026-01-14T07:26:13Z</dcterms:modified>
</cp:coreProperties>
</file>