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2570" y="2008138"/>
            <a:ext cx="55988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&amp; Condition Management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772570" y="2868513"/>
            <a:ext cx="5598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Overview</a:t>
            </a:r>
            <a:endParaRPr lang="en-US" sz="1800" dirty="0"/>
          </a:p>
        </p:txBody>
      </p:sp>
      <p:pic>
        <p:nvPicPr>
          <p:cNvPr id="4" name="Image 0" descr="C:\dev\gpnet3\presentations\preventli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9144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98525"/>
            <a:ext cx="8255198" cy="3690045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426" y="1615976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601" y="1615976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Distinct Case Types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601" y="2037457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WorkCover claims and non-WorkCover condition cases require different tracking approaches.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426" y="2799457"/>
            <a:ext cx="0" cy="6881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601" y="2799457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Compliance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601" y="3220938"/>
            <a:ext cx="7481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certificates, RTW plans, and deadlines are hard to manage manually.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426" y="3716238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601" y="3716238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State-by-State Variation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601" y="4137720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VIC, NSW, QLD, WA, SA, TAS, NT - each has different legislation. V2 scales nationally.</a:t>
            </a:r>
            <a:endParaRPr lang="en-US" sz="1500" dirty="0"/>
          </a:p>
        </p:txBody>
      </p:sp>
      <p:pic>
        <p:nvPicPr>
          <p:cNvPr id="14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Preventli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60425"/>
            <a:ext cx="8255198" cy="372516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778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1974056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WIRC Act compliance tracking, medical certificates, and return-to-work monitoring.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42619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822377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aggregates worker injury cases from existing ticketing systems.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327451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1851" y="3695998"/>
            <a:ext cx="7620298" cy="9721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case summaries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trail</a:t>
            </a:r>
            <a:endParaRPr lang="en-US" sz="1300" dirty="0"/>
          </a:p>
        </p:txBody>
      </p:sp>
      <p:pic>
        <p:nvPicPr>
          <p:cNvPr id="11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1209675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426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426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of all certificates with automatic expiry alerts and status updates.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7250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1063" y="1209675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5375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Return-to-Work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05375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7-stage RTW process with progress indicators and milestone tracking.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0113" y="248468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426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42-Day Threshold Enforcement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426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alerts when certificates approach the 42-day compliance threshold.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7250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1063" y="248468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5375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5375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 with timestamps, user info, and full change history.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0113" y="375969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426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426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Organization-level data isolation with role-based access controls.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7250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1063" y="375969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5375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05375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view of all compliance statuses across your entire workforce.</a:t>
            </a:r>
            <a:endParaRPr lang="en-US" sz="1200" dirty="0"/>
          </a:p>
        </p:txBody>
      </p:sp>
      <p:pic>
        <p:nvPicPr>
          <p:cNvPr id="28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AI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1400175"/>
            <a:ext cx="376323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Case Summaries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6801" y="1707505"/>
            <a:ext cx="376323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generates intelligent case summaries with work status classification and key insights.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7250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91063" y="1209675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5375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Worker Notifications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5375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Auto-email workers when certificates expire - no manual follow-up needed.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0113" y="248468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426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Chase Workflows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426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actions 3 days before certificate expiry to prevent compliance gaps.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250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1063" y="248468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5375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5375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medical certificates align with stated work capacity - catches inconsistencies.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0113" y="375969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426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426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priority levels (Medium → High → Critical) ensure nothing is missed.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7250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1063" y="375969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5375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Email Drafting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05375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professional emails for any case situation with one click.</a:t>
            </a:r>
            <a:endParaRPr lang="en-US" sz="1200" dirty="0"/>
          </a:p>
        </p:txBody>
      </p:sp>
      <p:pic>
        <p:nvPicPr>
          <p:cNvPr id="27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127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&amp;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01" y="1012627"/>
            <a:ext cx="2675483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1036439"/>
            <a:ext cx="2675483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212652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Automation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01" y="1485602"/>
            <a:ext cx="2370683" cy="9455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tracking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real-time status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workflows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- 3 days before expiry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Auto-email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worker reminders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cert aligns with capacity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34184" y="1012627"/>
            <a:ext cx="2675483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4184" y="1036439"/>
            <a:ext cx="2675483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6584" y="1212652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RTW Plan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6584" y="1485602"/>
            <a:ext cx="2370683" cy="7361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Auto-scheduling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stale plan updates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- 7-stage process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validation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meaningful rehab plans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62067" y="1012627"/>
            <a:ext cx="2675632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62067" y="1036439"/>
            <a:ext cx="2675632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4467" y="1212652"/>
            <a:ext cx="2418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4467" y="1485602"/>
            <a:ext cx="2370832" cy="5774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42-day threshold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current evidence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all access logged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isolation</a:t>
            </a:r>
            <a:endParaRPr lang="en-US" sz="1000" dirty="0"/>
          </a:p>
        </p:txBody>
      </p:sp>
      <p:pic>
        <p:nvPicPr>
          <p:cNvPr id="16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8331398" cy="3930997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476375"/>
            <a:ext cx="79539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Sales with 22,000 Qualified Leads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3001" y="1923306"/>
            <a:ext cx="79539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 manages outreach and converts leads to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3001" y="2324695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1576" y="2324695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101" y="2451646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Smart Segmentation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7101" y="2781746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categorizes 22,000 leads by industry and compliance needs.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3208288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01576" y="3208288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101" y="3335238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Outreach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101" y="3665339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email campaigns managed by Go Vertical.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4091880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01576" y="4091880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101" y="4218831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101" y="4548932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engagement and convert leads to customers.</a:t>
            </a:r>
            <a:endParaRPr lang="en-US" sz="1200" dirty="0"/>
          </a:p>
        </p:txBody>
      </p:sp>
      <p:pic>
        <p:nvPicPr>
          <p:cNvPr id="19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1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 - 3 Tiers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01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1041202"/>
            <a:ext cx="2675483" cy="0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8701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active cases, high volumes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701" y="1717328"/>
            <a:ext cx="2370683" cy="9642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Hire &amp; Recruitment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Care Facilities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NDIS Providers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Training Orgs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34184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4184" y="1041202"/>
            <a:ext cx="2675483" cy="0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6584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Strong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6584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sectors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6584" y="1717328"/>
            <a:ext cx="2370683" cy="9642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Rehabilitation Providers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Allied Health Groups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Companies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Firms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Logistics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62067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62067" y="1041202"/>
            <a:ext cx="2675483" cy="0"/>
          </a:xfrm>
          <a:prstGeom prst="line">
            <a:avLst/>
          </a:prstGeom>
          <a:noFill/>
          <a:ln w="571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4467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Expansion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4467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customization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4467" y="1717328"/>
            <a:ext cx="2370683" cy="355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Councils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Groups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4467" y="2174081"/>
            <a:ext cx="2370683" cy="707827"/>
          </a:xfrm>
          <a:prstGeom prst="roundRect">
            <a:avLst>
              <a:gd name="adj" fmla="val 10765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20250" y="2301032"/>
            <a:ext cx="21591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20250" y="2621607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Leads</a:t>
            </a:r>
            <a:endParaRPr lang="en-US" sz="900" dirty="0"/>
          </a:p>
        </p:txBody>
      </p:sp>
      <p:pic>
        <p:nvPicPr>
          <p:cNvPr id="22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GTM: "Land the Anchors"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&amp; Industry Partnerships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322439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22,000 leads by Tier 1 industries. Launch automated email campaigns with compliance-focused messaging.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Conferences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and speak at RCSA (recruitment), LASA (aged care), NDS (disability services). Build credibility.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44678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60-day pilot with full support. Convert to paid on demonstrated ROI.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3831134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383113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Outreach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096345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Navigator targeting Compliance Managers and HR Directors at target companies.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Clients Year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882551"/>
          </a:xfrm>
          <a:prstGeom prst="roundRect">
            <a:avLst>
              <a:gd name="adj" fmla="val 1151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Hire, Aged Care, NDIS, GTOs, Claims Management</a:t>
            </a:r>
            <a:endParaRPr lang="en-US" sz="900" dirty="0"/>
          </a:p>
        </p:txBody>
      </p:sp>
      <p:pic>
        <p:nvPicPr>
          <p:cNvPr id="27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GTM: "Scale with Inbound"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 &amp; Referrals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50400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"Injury management checklist", "Medical certificate tracking guide" - drive organic traffic from compliance searches.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clients refer their service providers. Offer 1 month free credit for successful referrals.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Webinars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"Compliance Updates" - educational content that captures leads and builds authority.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4012704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01270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Channel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277916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 and bookkeepers who serve these industries - natural referral partners.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Leads/Month by EOY1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$6-12K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882551"/>
          </a:xfrm>
          <a:prstGeom prst="roundRect">
            <a:avLst>
              <a:gd name="adj" fmla="val 1151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 Providers, Allied Health, Cleaning, Security, Transport</a:t>
            </a:r>
            <a:endParaRPr lang="en-US" sz="900" dirty="0"/>
          </a:p>
        </p:txBody>
      </p:sp>
      <p:pic>
        <p:nvPicPr>
          <p:cNvPr id="27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GTM: "Enterprise Expansion"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Customization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50400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Procurement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on VendorPanel and Buying for Victoria. Monitor and respond to council RFPs for compliance solutions.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account manager for enterprise prospects. Longer 6-12 month relationship-building cycle.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 Packages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dashboards, API integrations, white-label options. Premium pricing for bespoke solutions.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4012704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01270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277916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Tier 1 case studies to win enterprise trust. Reference customers speak to prospects.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in Year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722561"/>
          </a:xfrm>
          <a:prstGeom prst="roundRect">
            <a:avLst>
              <a:gd name="adj" fmla="val 14061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Councils, Franchise Groups</a:t>
            </a:r>
            <a:endParaRPr lang="en-US" sz="900" dirty="0"/>
          </a:p>
        </p:txBody>
      </p:sp>
      <p:pic>
        <p:nvPicPr>
          <p:cNvPr id="27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406301"/>
            <a:ext cx="849802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01" y="923776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RTW Plan Check-ins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01" y="1352401"/>
            <a:ext cx="4070449" cy="1504206"/>
          </a:xfrm>
          <a:prstGeom prst="roundRect">
            <a:avLst>
              <a:gd name="adj" fmla="val 675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1504801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Worker Engagement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01" y="1752451"/>
            <a:ext cx="3765649" cy="91365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calls to workers on RTW plans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AI-powered conversation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exercise compliance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barriers to recovery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Escalates concerns automatically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2983557"/>
            <a:ext cx="4070449" cy="1313855"/>
          </a:xfrm>
          <a:prstGeom prst="roundRect">
            <a:avLst>
              <a:gd name="adj" fmla="val 773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3135957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383607"/>
            <a:ext cx="3765649" cy="7233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compliance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Pain/discomfort levels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capacity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wellbeing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7250" y="1352401"/>
            <a:ext cx="4070449" cy="1440359"/>
          </a:xfrm>
          <a:prstGeom prst="roundRect">
            <a:avLst>
              <a:gd name="adj" fmla="val 705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504801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9650" y="1777752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Primary - weekly calls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9650" y="1993404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 updates, younger workers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9650" y="2209056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Detailed forms, uploads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9650" y="2424708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Case manager fallback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250" y="2919710"/>
            <a:ext cx="4070449" cy="558701"/>
          </a:xfrm>
          <a:prstGeom prst="roundRect">
            <a:avLst>
              <a:gd name="adj" fmla="val 18185"/>
            </a:avLst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56035" y="30466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thousands of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6035" y="31990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added staff</a:t>
            </a:r>
            <a:endParaRPr lang="en-US" sz="1100" dirty="0"/>
          </a:p>
        </p:txBody>
      </p:sp>
      <p:pic>
        <p:nvPicPr>
          <p:cNvPr id="19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16657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07827"/>
            <a:ext cx="867928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500"/>
              </a:spcBef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Preventli Connect - Bridge to Modern Management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01" y="1307157"/>
            <a:ext cx="4070449" cy="958602"/>
          </a:xfrm>
          <a:prstGeom prst="roundRect">
            <a:avLst>
              <a:gd name="adj" fmla="val 10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307157"/>
            <a:ext cx="0" cy="95860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6326" y="1459557"/>
            <a:ext cx="379238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Over Legacy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6326" y="1750219"/>
            <a:ext cx="379238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Preventli connects to your existing systems without replacing them. Your historical data stays intact.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2392710"/>
            <a:ext cx="4070449" cy="958602"/>
          </a:xfrm>
          <a:prstGeom prst="roundRect">
            <a:avLst>
              <a:gd name="adj" fmla="val 10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0113" y="2392710"/>
            <a:ext cx="0" cy="95860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326" y="2545110"/>
            <a:ext cx="379238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Hooks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6326" y="2835771"/>
            <a:ext cx="379238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building integrations for common HR, payroll, and claims systems used in your industry.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3478262"/>
            <a:ext cx="4070449" cy="958602"/>
          </a:xfrm>
          <a:prstGeom prst="roundRect">
            <a:avLst>
              <a:gd name="adj" fmla="val 10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0113" y="3478262"/>
            <a:ext cx="0" cy="95860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326" y="3630662"/>
            <a:ext cx="379238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Disruption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6326" y="3921323"/>
            <a:ext cx="379238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migrate data or retrain staff on new core systems. Preventli enhances what you have.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7250" y="1307157"/>
            <a:ext cx="4070449" cy="958602"/>
          </a:xfrm>
          <a:prstGeom prst="roundRect">
            <a:avLst>
              <a:gd name="adj" fmla="val 10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91063" y="1307157"/>
            <a:ext cx="0" cy="95860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7275" y="1459557"/>
            <a:ext cx="379238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7275" y="1750219"/>
            <a:ext cx="379238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 - syncs tickets, conversations, and attachments automatically.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7250" y="2392710"/>
            <a:ext cx="4070449" cy="958602"/>
          </a:xfrm>
          <a:prstGeom prst="roundRect">
            <a:avLst>
              <a:gd name="adj" fmla="val 10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91063" y="2392710"/>
            <a:ext cx="0" cy="95860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7275" y="2545110"/>
            <a:ext cx="379238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7275" y="2835771"/>
            <a:ext cx="379238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APIs allow connection to any system. Custom integrations available.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7250" y="3478262"/>
            <a:ext cx="4070449" cy="743992"/>
          </a:xfrm>
          <a:prstGeom prst="roundRect">
            <a:avLst>
              <a:gd name="adj" fmla="val 13656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994" y="3630662"/>
            <a:ext cx="384096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Support Included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1994" y="3904952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you connect your existing systems during onboarding</a:t>
            </a:r>
            <a:endParaRPr lang="en-US" sz="1000" dirty="0"/>
          </a:p>
        </p:txBody>
      </p:sp>
      <p:pic>
        <p:nvPicPr>
          <p:cNvPr id="28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1709" y="1341537"/>
            <a:ext cx="38005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71709" y="2119313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Schedule a platform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71709" y="2455813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Discuss partnership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71709" y="2792313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shared target clients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71709" y="3128814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Pilot with mutual contacts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71709" y="3592264"/>
            <a:ext cx="38005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transform injury management together</a:t>
            </a:r>
            <a:endParaRPr lang="en-US" sz="1400" dirty="0"/>
          </a:p>
        </p:txBody>
      </p:sp>
      <p:pic>
        <p:nvPicPr>
          <p:cNvPr id="8" name="Image 0" descr="C:\dev\gpnet3\presentations\preventl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389120"/>
            <a:ext cx="91440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Partnership Presentation</dc:title>
  <dc:subject>WorkSafe Victoria Compliance Platform - Partnership Overview</dc:subject>
  <dc:creator>Preventli</dc:creator>
  <cp:lastModifiedBy>Preventli</cp:lastModifiedBy>
  <cp:revision>1</cp:revision>
  <dcterms:created xsi:type="dcterms:W3CDTF">2026-01-22T03:29:30Z</dcterms:created>
  <dcterms:modified xsi:type="dcterms:W3CDTF">2026-01-22T03:29:30Z</dcterms:modified>
</cp:coreProperties>
</file>