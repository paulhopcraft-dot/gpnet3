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114" y="1471613"/>
            <a:ext cx="7349624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Preventli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97114" y="2544663"/>
            <a:ext cx="734962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WorkSafe Victoria Compliance Management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97114" y="3405039"/>
            <a:ext cx="73496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Opportunity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44401" y="1298525"/>
            <a:ext cx="8255198" cy="3690045"/>
          </a:xfrm>
          <a:prstGeom prst="roundRect">
            <a:avLst>
              <a:gd name="adj" fmla="val 27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0426" y="1615976"/>
            <a:ext cx="0" cy="9548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601" y="1615976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Compliance Requirements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601" y="2037457"/>
            <a:ext cx="74812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WorkSafe Victoria compliance involves intricate regulations, medical certificate tracking, and strict deadlines that are difficult to manage manually.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426" y="2799457"/>
            <a:ext cx="0" cy="9548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601" y="2799457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of Non-Compliance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601" y="3220938"/>
            <a:ext cx="74812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processes lead to missed deadlines, incomplete documentation, and potential penalties or legal issues.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0426" y="3982938"/>
            <a:ext cx="0" cy="6881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7601" y="3982938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Underserved Market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601" y="4404420"/>
            <a:ext cx="74812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employers need automated compliance solutions.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Preventli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44401" y="1260425"/>
            <a:ext cx="8255198" cy="3725168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7787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Compliance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1851" y="1974056"/>
            <a:ext cx="777270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WIRC Act compliance tracking, medical certificates, and return-to-work monitoring.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1851" y="242619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Freshdesk Integration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1851" y="2822377"/>
            <a:ext cx="777270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Seamlessly aggregates worker injury cases from existing ticketing systems.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1851" y="327451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1851" y="3695998"/>
            <a:ext cx="7620298" cy="97214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compliance alerts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 tracking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case summaries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audit trail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Integration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1209675"/>
            <a:ext cx="8331398" cy="3930997"/>
          </a:xfrm>
          <a:prstGeom prst="roundRect">
            <a:avLst>
              <a:gd name="adj" fmla="val 25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3001" y="1476375"/>
            <a:ext cx="79539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Sales with 22,000 Qualified Leads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3001" y="1923306"/>
            <a:ext cx="795395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platform manages outreach and converts leads to customers.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3001" y="2324695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01576" y="2324695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101" y="2451646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Smart Segmentation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7101" y="2781746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categorizes 22,000 leads by industry and compliance needs.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3001" y="3208288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01576" y="3208288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101" y="3335238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Automated Outreach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7101" y="3665339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email campaigns managed by Go Vertical.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3001" y="4091880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01576" y="4091880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101" y="4218831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Pipeline Tracking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7101" y="4548932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engagement and convert leads to customers.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1209675"/>
            <a:ext cx="4279999" cy="3875038"/>
          </a:xfrm>
          <a:prstGeom prst="roundRect">
            <a:avLst>
              <a:gd name="adj" fmla="val 26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1450925"/>
            <a:ext cx="3873448" cy="7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Victoria's workers compensation market</a:t>
            </a:r>
            <a:pPr algn="l" indent="0" marL="0">
              <a:lnSpc>
                <a:spcPts val="196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exceeds $3B annually with thousands of employers requiring compliance management.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7551" y="2324844"/>
            <a:ext cx="3873448" cy="7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22,000 qualified leads provide direct access to employers actively managing workplace injuries.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7551" y="3198763"/>
            <a:ext cx="3873448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Potential: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2% conversion at $500/month = $2.6M ARR from existing leads.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40201" y="1209675"/>
            <a:ext cx="3797498" cy="1868984"/>
          </a:xfrm>
          <a:prstGeom prst="roundRect">
            <a:avLst>
              <a:gd name="adj" fmla="val 5436"/>
            </a:avLst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35398" y="1489025"/>
            <a:ext cx="3407104" cy="92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80"/>
              </a:lnSpc>
              <a:buNone/>
            </a:pPr>
            <a:r>
              <a:rPr lang="en-US" sz="52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135398" y="2514898"/>
            <a:ext cx="340710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800"/>
              </a:spcBef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40201" y="3192959"/>
            <a:ext cx="3797498" cy="987772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968776" y="3192959"/>
            <a:ext cx="0" cy="987772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6952" y="3332559"/>
            <a:ext cx="353037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36952" y="3644950"/>
            <a:ext cx="353037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Victorian employers with active workers compensation cases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40201" y="4295031"/>
            <a:ext cx="3797498" cy="789682"/>
          </a:xfrm>
          <a:prstGeom prst="roundRect">
            <a:avLst>
              <a:gd name="adj" fmla="val 128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968776" y="4295031"/>
            <a:ext cx="0" cy="789682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6952" y="4434632"/>
            <a:ext cx="353037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36952" y="4747022"/>
            <a:ext cx="353037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automated outreach + direct sales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41399"/>
            <a:ext cx="77724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Transforming WorkSafe Compliance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2032099"/>
            <a:ext cx="7772400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spcAft>
                <a:spcPts val="4000"/>
              </a:spcAft>
              <a:buNone/>
            </a:pPr>
            <a:r>
              <a:rPr lang="en-US" sz="22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 qualified leads. Proven technology. Massive market opportunity.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3377952"/>
            <a:ext cx="762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3851" y="3778002"/>
            <a:ext cx="695629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Opportunity Available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3851" y="4263777"/>
            <a:ext cx="69562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how you can be part of this growth story.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Preventli Investment Pitch</dc:title>
  <dc:subject>Investment Opportunity Presentation</dc:subject>
  <dc:creator>Preventli</dc:creator>
  <cp:lastModifiedBy>Preventli</cp:lastModifiedBy>
  <cp:revision>1</cp:revision>
  <dcterms:created xsi:type="dcterms:W3CDTF">2026-01-08T04:21:07Z</dcterms:created>
  <dcterms:modified xsi:type="dcterms:W3CDTF">2026-01-08T04:21:07Z</dcterms:modified>
</cp:coreProperties>
</file>